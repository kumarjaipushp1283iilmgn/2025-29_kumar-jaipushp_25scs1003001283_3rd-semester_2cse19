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4EBE3-0663-480B-97A1-CF420D07FED4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E5798-5A30-4319-A2F1-172DC4CA06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39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E5798-5A30-4319-A2F1-172DC4CA063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77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6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95875"/>
            <a:ext cx="11049000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8625"/>
            <a:ext cx="619125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1125" y="552450"/>
            <a:ext cx="2171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Poppins"/>
              </a:rPr>
              <a:t>IILM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07456"/>
            <a:ext cx="2481262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897981"/>
            <a:ext cx="11601450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450" b="1" i="0" u="none">
                <a:solidFill>
                  <a:srgbClr val="FFFFFF"/>
                </a:solidFill>
                <a:latin typeface="Poppins"/>
              </a:rPr>
              <a:t>C++ Programming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02818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8BDF8"/>
                </a:solidFill>
                <a:latin typeface="Fira Code"/>
              </a:rPr>
              <a:t>#include</a:t>
            </a:r>
            <a:r>
              <a:rPr lang="en-IN" sz="1500" b="0" i="0" u="none" dirty="0">
                <a:solidFill>
                  <a:srgbClr val="38BDF8"/>
                </a:solidFill>
                <a:latin typeface="Fira Code"/>
              </a:rPr>
              <a:t> &lt;iostream&gt;</a:t>
            </a:r>
            <a:r>
              <a:rPr sz="1500" b="0" i="0" u="none" dirty="0">
                <a:solidFill>
                  <a:srgbClr val="38BDF8"/>
                </a:solidFill>
                <a:latin typeface="Fira Code"/>
              </a:rPr>
              <a:t> // Practical Software Development at </a:t>
            </a:r>
            <a:r>
              <a:rPr sz="1500" b="0" i="0" u="none" dirty="0" err="1">
                <a:solidFill>
                  <a:srgbClr val="38BDF8"/>
                </a:solidFill>
                <a:latin typeface="Fira Code"/>
              </a:rPr>
              <a:t>CodSoft</a:t>
            </a:r>
            <a:endParaRPr sz="1500" b="0" i="0" u="none" dirty="0">
              <a:solidFill>
                <a:srgbClr val="38BDF8"/>
              </a:solidFill>
              <a:latin typeface="Fira Cod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5295900"/>
            <a:ext cx="5086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SemiBold"/>
              </a:rPr>
              <a:t>Student Name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lang="en-IN" sz="1200" b="0" i="0" u="none" dirty="0">
                <a:solidFill>
                  <a:srgbClr val="F8FAFC"/>
                </a:solidFill>
                <a:latin typeface="Inter SemiBold"/>
              </a:rPr>
              <a:t> K</a:t>
            </a:r>
            <a:r>
              <a:rPr lang="en-IN" sz="1200" dirty="0">
                <a:solidFill>
                  <a:srgbClr val="F8FAFC"/>
                </a:solidFill>
                <a:latin typeface="Inter SemiBold"/>
              </a:rPr>
              <a:t>umar </a:t>
            </a:r>
            <a:r>
              <a:rPr lang="en-IN" sz="1200" dirty="0" err="1">
                <a:solidFill>
                  <a:srgbClr val="F8FAFC"/>
                </a:solidFill>
                <a:latin typeface="Inter SemiBold"/>
              </a:rPr>
              <a:t>Jaipushp</a:t>
            </a:r>
            <a:endParaRPr sz="120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8875" y="5295900"/>
            <a:ext cx="5086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 SemiBold"/>
              </a:rPr>
              <a:t>Organization Name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CodSoft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5848350"/>
            <a:ext cx="5086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 SemiBold"/>
              </a:rPr>
              <a:t>Enrollment Number</a:t>
            </a:r>
            <a:r>
              <a:rPr sz="1200" b="0" i="0" u="none" dirty="0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8FAFC"/>
                </a:solidFill>
                <a:latin typeface="Inter SemiBold"/>
              </a:rPr>
              <a:t>25SCS1003001</a:t>
            </a:r>
            <a:r>
              <a:rPr lang="en-IN" sz="1200" b="0" i="0" u="none" dirty="0">
                <a:solidFill>
                  <a:srgbClr val="F8FAFC"/>
                </a:solidFill>
                <a:latin typeface="Inter SemiBold"/>
              </a:rPr>
              <a:t>283</a:t>
            </a:r>
            <a:endParaRPr sz="120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38875" y="5848350"/>
            <a:ext cx="5086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 SemiBold"/>
              </a:rPr>
              <a:t>Program &amp; Semester</a:t>
            </a:r>
            <a:r>
              <a:rPr sz="1200" b="0" i="0" u="none">
                <a:solidFill>
                  <a:srgbClr val="FFFFF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SemiBold"/>
              </a:rPr>
              <a:t>B.Tech CSE — 3rd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1053"/>
            <a:ext cx="5334000" cy="2197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1053"/>
            <a:ext cx="5334000" cy="21978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53953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Internship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30203"/>
            <a:ext cx="46482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During my 3rd semester B.Tech CSE internship at CodSoft, I focused on mastering C++ programming concepts, Object-Oriented Software Design, and implementing practical software applications through task-driven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53953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Key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30203"/>
            <a:ext cx="46482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Designed and deployed multiple C++ applications including algorithmic games, mathematical utility engines, and console management systems while adhering to memory optimization and clean code principles.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80072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About Organization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39243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81287"/>
            <a:ext cx="5800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3A8A"/>
                </a:solidFill>
                <a:latin typeface="Poppins"/>
              </a:rPr>
              <a:t>CodSoft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95637"/>
            <a:ext cx="5524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CodSoft is a vibrant IT services and software development platform dedicated to offering practical, industry-aligned virtual internships and mentorship in cutting-edge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067175"/>
            <a:ext cx="5524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program emphasizes project-based skill acquisition, algorithmic efficiency, hands-on code development, and real-world problem-solving methodologies.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3492549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462212"/>
            <a:ext cx="3492549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462212"/>
            <a:ext cx="3492549" cy="2695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5748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Core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Strengthen understanding of fundamental C++ syntax, pointers, dynamic memory allocation, and control flows.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5748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OOP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Implement Object-Oriented Programming (Encapsulation, Inheritance, Polymorphism, Abstraction) in practical projects.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5748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19487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oppins"/>
              </a:rPr>
              <a:t>Problem Solving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4811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Develop modular logic, handle edge cases gracefully, and optimize code efficiency using C++ Standard Template Library (STL).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919412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2712" y="2919412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1961" y="2919412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Internship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1905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1755" y="965200"/>
            <a:ext cx="6283328" cy="4927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4247" y="3397935"/>
            <a:ext cx="490537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b="1" dirty="0"/>
              <a:t>To-Do List Manager:</a:t>
            </a:r>
            <a:r>
              <a:rPr lang="en-IN" sz="1400" dirty="0"/>
              <a:t> Console-based task tracking application supporting dynamic addition, status updating, and deletion of user tasks.</a:t>
            </a:r>
            <a:endParaRPr sz="135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4249" y="1950243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Simple Calculator: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Performs fundamental arithmetic operations using functional modules and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248" y="2622550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0F172A"/>
                </a:solidFill>
                <a:latin typeface="Inter"/>
              </a:rPr>
              <a:t>Tic-Tac-Toe Game: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Multi-player interactive console game incorporating 2D array matrix state checks.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14537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8437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2337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Key Projects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3391"/>
            <a:ext cx="2430660" cy="1293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3563391"/>
            <a:ext cx="2430660" cy="1293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60" y="3563391"/>
            <a:ext cx="2430660" cy="12933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541" y="3563391"/>
            <a:ext cx="2430660" cy="12933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814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72530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45210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7891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90571" y="314429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753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Environment setup (GCC/MinGW, VS Code), C++ basics, syntax, &amp; logic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433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8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Object-Oriented Design, Classes, Constructors, &amp; Method Overloading.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114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260" y="40967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Data Structures, STL vectors/maps, Pointers &amp; Memory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794" y="3763416"/>
            <a:ext cx="223215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1941" y="4096791"/>
            <a:ext cx="212586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050" dirty="0"/>
              <a:t>Project integration, Dynamic Task Tracking, Debugging, Code documentation &amp; Review.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Internship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6717"/>
            <a:ext cx="11049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50" y="4767262"/>
            <a:ext cx="9944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Hands-on application development at CodSoft resulted in balanced technical growth across foundational and advanced C++ programming constructs.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C++ Skill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4150"/>
            <a:ext cx="5286375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14675"/>
            <a:ext cx="45053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1E3A8A"/>
                </a:solidFill>
                <a:latin typeface="Poppi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257675"/>
            <a:ext cx="45053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Inter SemiBold"/>
              </a:rPr>
              <a:t>Task Completion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08610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293B"/>
                </a:solidFill>
                <a:latin typeface="Poppins"/>
              </a:rPr>
              <a:t>Software Quality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3623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Successfully submitted all assigned C++ tasks within scheduled sprint deadlines with zero runtime syntax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019550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Employed robust exception handling and input sanitization to ensure 100% stability across custom test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Quantifiable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3622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Modern C++ Standards: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Gained proficiency in modern C++ features including auto, lambda expressions, and smart pointers.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0861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Debugging &amp; Diagnostics: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Utilized GDB and IDE diagnostic toolsets to track memory leaks and stack overflow issues.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8100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Version Control: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Maintained structured Git repositories with descriptive commit messages and branch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5339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Code Documentation: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Documented algorithms clearly using inline comments and standardized Markdown Readme files.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76487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100387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824287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548187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Core Competencies Gained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3428"/>
            <a:ext cx="5334000" cy="22931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63428"/>
            <a:ext cx="5334000" cy="2293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06328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Pointers &amp; Memory Leaks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2578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Managing dynamic memory allocation using raw pointers resulted in dangling references during early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95750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Adopted RAII design patterns and smart pointers (std::unique_ptr) to automate memory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06328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Input Validation &amp; Buffers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82578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Challenge: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Infinite loops occurred when non-numeric data was inputted into numeric console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095750"/>
            <a:ext cx="46482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Solution: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Integrated cin.fail() checks and cin.ignore() stream buffer clear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Challenges &amp; Solutions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76475"/>
            <a:ext cx="3492549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76475"/>
            <a:ext cx="3492549" cy="209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1. Advanced DSA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Mastering complex graphs, dynamic programming, and tree traversals in C++.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9799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2. GUI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Transitioning from console apps to desktop GUIs using the Qt C++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4514850"/>
            <a:ext cx="36671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oppins"/>
              </a:rPr>
              <a:t>3. System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91490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Exploring multi-threading, concurrency, and low-level system optimization.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86000"/>
            <a:ext cx="28765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324" y="2286000"/>
            <a:ext cx="3473499" cy="2076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624" y="2286000"/>
            <a:ext cx="3473499" cy="2076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Future Learning Path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D5E402-BE74-17AF-BD55-8B1085D771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352" y="2276475"/>
            <a:ext cx="3314848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5" y="2247900"/>
            <a:ext cx="7143750" cy="1657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240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5570" y="2543175"/>
            <a:ext cx="68808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Acknowledgements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9400" y="2924175"/>
            <a:ext cx="655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Special thanks to my mentors at </a:t>
            </a:r>
            <a:r>
              <a:rPr sz="1200" b="1" i="0" u="none">
                <a:solidFill>
                  <a:srgbClr val="64748B"/>
                </a:solidFill>
                <a:latin typeface="Inter"/>
              </a:rPr>
              <a:t>CodSoft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for providing this valuable opportunity, and to the faculty members of the CSE Department at </a:t>
            </a:r>
            <a:r>
              <a:rPr sz="1200" b="1" i="0" u="none">
                <a:solidFill>
                  <a:srgbClr val="64748B"/>
                </a:solidFill>
                <a:latin typeface="Inter"/>
              </a:rPr>
              <a:t>IILM University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for their constant support during my 3rd semester internship.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287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1002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0432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81476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7577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090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090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033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805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748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51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519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16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787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https://f2.leadsquaredcdn.com/t/iilmuniversity/content/common/images/landingpages/circular%20logo-01.png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121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admissions.iilm.edu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886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243137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https://cdn-ilehile.nitrocdn.com/rvtTEKnNlfWfxEHgVdBZMuGGdqGuuvbT/assets/images/optimized/rev-5ac25bd/www.religroupinc.com/wp-content/uploads/2026/06/engineers-collaborating-in-office.jpg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62237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www.religroupinc.com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8611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932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https://i.ytimg.com/vi/t7bxv0FCQbQ/maxresdefault.jpg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266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4336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57637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https://external-preview.redd.it/introducing-dataviz-a-data-structure-visualization-library-v0-5fcRfLSI1VdWvDjHMjjnyzXiyXFXvX5aov8j8s-R--s.jpg?width=640&amp;crop=smart&amp;auto=webp&amp;s=0de0b6a37caa07076831b55565b2ab93c92b6a44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76737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00612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9077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https://code.visualstudio.com/assets/docs/editing/userinterface/hero.png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411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code.visualstudio.com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7213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67928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https://www.serverbasket.com/wp-content/uploads/2021/02/High-Performance-Computing-Server.png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91264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www.serverbasket.com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837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Fira Code</vt:lpstr>
      <vt:lpstr>Inter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 Kumar</dc:creator>
  <cp:keywords/>
  <dc:description>generated using python-pptx</dc:description>
  <cp:lastModifiedBy>Krish Kumar</cp:lastModifiedBy>
  <cp:revision>3</cp:revision>
  <dcterms:created xsi:type="dcterms:W3CDTF">2013-01-27T09:14:16Z</dcterms:created>
  <dcterms:modified xsi:type="dcterms:W3CDTF">2026-09-04T12:36:00Z</dcterms:modified>
  <cp:category/>
</cp:coreProperties>
</file>